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ChurnZero 26: Banking Customer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Round 2 case-study submission | IIT Kharagpur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046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937"/>
                </a:solidFill>
              </a:defRPr>
            </a:pPr>
            <a:r>
              <a:t>Objective: predict customers likely to leave the bank and prioritize retention action.</a:t>
            </a:r>
          </a:p>
          <a:p>
            <a:pPr>
              <a:spcAft>
                <a:spcPts val="700"/>
              </a:spcAft>
              <a:defRPr sz="2200">
                <a:solidFill>
                  <a:srgbClr val="1F2937"/>
                </a:solidFill>
              </a:defRPr>
            </a:pPr>
            <a:r>
              <a:t>Deliverables: reproducible GitHub code, test-set predictions CSV, and presentation.</a:t>
            </a:r>
          </a:p>
          <a:p>
            <a:pPr>
              <a:spcAft>
                <a:spcPts val="700"/>
              </a:spcAft>
              <a:defRPr sz="2200">
                <a:solidFill>
                  <a:srgbClr val="1F2937"/>
                </a:solidFill>
              </a:defRPr>
            </a:pPr>
            <a:r>
              <a:t>Solution: explainable tabular ML pipeline with validation metrics and risk segmentation.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41732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0.945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Validation 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46888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0.648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Avg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352044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0.645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F1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Binary classification with business ranking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Churn is modeled as the positive class: 1 means customer is likely to exit.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The model outputs probabilities for customer-level prioritization, not only hard labels.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Business value comes from finding high-risk customers early enough for targeted retention.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Evaluation focuses on ranking quality, recall on churners, and stable validation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Banking profile, activity, and product usage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41188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28016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21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28016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11.3%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Target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28016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20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Features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Numerical fields: age, tenure, balance, credit score, salary, product counts, activity flags.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Categorical fields: geography, gender, product/customer segment fields if present.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Identifiers and high-cardinality name-like fields are excluded to reduce leakage and overfit.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Reproducible transformations inside a single sklearn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Median imputation for numeric features.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Most-frequent imputation and one-hot encoding for categorical features.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Unknown categories are ignored safely during inference.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The same fitted pipeline is saved and reused for official test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Model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Soft-voting ensemble tuned for tabular churn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Extra Trees captures nonlinear interactions and robust split behavior.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Histogram Gradient Boosting improves probability ranking on dense tabular patterns.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Class-weighting handles churn imbalance without duplicating rows.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Validation threshold is selected to maximize F1 while keeping probabilities for ranking.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Validation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Holdout split with stratification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0.945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ROC-AUC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32588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0.648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Avg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2588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0.533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32588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0.816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32588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7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5DA0"/>
                </a:solidFill>
              </a:defRPr>
            </a:pPr>
            <a:r>
              <a:t>0.645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F1</a:t>
            </a:r>
          </a:p>
        </p:txBody>
      </p:sp>
      <p:pic>
        <p:nvPicPr>
          <p:cNvPr id="10" name="Picture 9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43200"/>
            <a:ext cx="5120640" cy="3413760"/>
          </a:xfrm>
          <a:prstGeom prst="rect">
            <a:avLst/>
          </a:prstGeom>
        </p:spPr>
      </p:pic>
      <p:pic>
        <p:nvPicPr>
          <p:cNvPr id="11" name="Picture 10" descr="precision_recall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43200"/>
            <a:ext cx="512064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Confusion matrix at tuned decision threshold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57607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5544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False negatives represent missed retention opportunities.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False positives are lower-cost if handled through low-friction engagement.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Threshold can be adjusted depending on campaign budget and retention capacity.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Churn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Permutation importance on validation split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64008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4173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Top signal: duration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Top signal: emp_var_rate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Top signal: euribor3m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Top signal: nr_employed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Top signal: pdays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Top signal: day_of_week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Retention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Convert risk scores into business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Top 5% risk: proactive relationship-manager outreach and complaint-resolution review.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5-20% risk: personalized offers based on product usage, tenure, and balance behavior.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20-40% risk: education nudges, digital engagement, and service-quality checks.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Low risk: monitor only; avoid unnecessary incentive spend.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Operational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Batch scoring flow for official test and future monthly refreshes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Ingest customer snapshot CSV.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Run saved preprocessing and ensemble model.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Export customer ID, churn probability, and churn prediction.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Review top-risk segments and launch retention campaigns.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Retrain monthly or whenever drift is detected in score distributions.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Repository commands used for the Round 2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python scripts/make_sample_data.py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python scripts/train.py --train data/raw/banking.csv --target 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python scripts/predict.py --model models/churn_model.joblib --test data/raw/banking.csv --out outputs/predictions.csv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python scripts/make_deck.py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Risks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What was guarded before final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Leakage: customer IDs, names, and high-cardinality text are excluded from features.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Imbalance: class weighting and average precision are used alongside ROC-AUC.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Generalization: stratified holdout validation and permutation importance avoid train-only claims.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Inference safety: missing official-test columns are filled, unknown categories are handled.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Final Submission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Round 2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PPTX/PDF deck: submission/ChurnZero_26_Round2_Presentation.pptx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GitHub repository: code, README, requirements, scripts, tests.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Predictions CSV: outputs/predictions.csv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Model artifact: models/churn_model.joblib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Validation evidence: outputs/metrics.json and reports/figures/*.png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