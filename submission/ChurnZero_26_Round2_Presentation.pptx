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ChurnZero 26: Banking Customer Churn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Round 2 case-study submission | IIT Kharagpur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8046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200">
                <a:solidFill>
                  <a:srgbClr val="1F2937"/>
                </a:solidFill>
              </a:defRPr>
            </a:pPr>
            <a:r>
              <a:t>Objective: predict customers likely to leave the bank and prioritize retention action.</a:t>
            </a:r>
          </a:p>
          <a:p>
            <a:pPr>
              <a:spcAft>
                <a:spcPts val="700"/>
              </a:spcAft>
              <a:defRPr sz="2200">
                <a:solidFill>
                  <a:srgbClr val="1F2937"/>
                </a:solidFill>
              </a:defRPr>
            </a:pPr>
            <a:r>
              <a:t>Deliverables: reproducible GitHub code, test-set predictions CSV, and presentation.</a:t>
            </a:r>
          </a:p>
          <a:p>
            <a:pPr>
              <a:spcAft>
                <a:spcPts val="700"/>
              </a:spcAft>
              <a:defRPr sz="2200">
                <a:solidFill>
                  <a:srgbClr val="1F2937"/>
                </a:solidFill>
              </a:defRPr>
            </a:pPr>
            <a:r>
              <a:t>Solution: explainable tabular ML pipeline with validation metrics and risk segmentation.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35440" y="141732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0.726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Validation ROC-AUC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2468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0.284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Avg Precision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352044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0.347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F1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Problem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Binary classification with business ranking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Churn is modeled as the positive class: 1 means customer is likely to exit.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The model outputs probabilities for customer-level prioritization, not only hard labels.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Business value comes from finding high-risk customers early enough for targeted retention.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Evaluation focuses on ranking quality, recall on churners, and stable validation performance.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Data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Banking profile, activity, and product usage signals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8016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8000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128016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14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Columns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28016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12.1%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28016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10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Features Used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10241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Numerical fields: age, tenure, balance, credit score, salary, product counts, activity flags.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Categorical fields: geography, gender, product/customer segment fields if present.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Identifiers and high-cardinality name-like fields are excluded to reduce leakage and overfit.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Preprocessing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Reproducible transformations inside a single sklearn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Median imputation for numeric features.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Most-frequent imputation and one-hot encoding for categorical features.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Unknown categories are ignored safely during inference.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The same fitted pipeline is saved and reused for official test predictions.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Model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Soft-voting ensemble tuned for tabular churn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Extra Trees captures nonlinear interactions and robust split behavior.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Histogram Gradient Boosting improves probability ranking on dense tabular patterns.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Class-weighting handles churn imbalance without duplicating rows.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Validation threshold is selected to maximize F1 while keeping probabilities for ranking.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Validation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Holdout split with stratification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0.726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ROC-AUC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1325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0.284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Avg Precision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1325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0.305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Precision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325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0.402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Recall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1325880"/>
            <a:ext cx="20574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C7D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145DA0"/>
                </a:solidFill>
              </a:defRPr>
            </a:pPr>
            <a:r>
              <a:t>0.347</a:t>
            </a:r>
          </a:p>
          <a:p>
            <a:pPr algn="ctr">
              <a:defRPr sz="900">
                <a:solidFill>
                  <a:srgbClr val="6B7280"/>
                </a:solidFill>
              </a:defRPr>
            </a:pPr>
            <a:r>
              <a:t>F1</a:t>
            </a:r>
          </a:p>
        </p:txBody>
      </p:sp>
      <p:pic>
        <p:nvPicPr>
          <p:cNvPr id="10" name="Picture 9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43200"/>
            <a:ext cx="5120640" cy="3413760"/>
          </a:xfrm>
          <a:prstGeom prst="rect">
            <a:avLst/>
          </a:prstGeom>
        </p:spPr>
      </p:pic>
      <p:pic>
        <p:nvPicPr>
          <p:cNvPr id="11" name="Picture 10" descr="precision_recall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743200"/>
            <a:ext cx="512064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Error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Confusion matrix at tuned decision threshold</a:t>
            </a:r>
          </a:p>
        </p:txBody>
      </p:sp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34440"/>
            <a:ext cx="5760720" cy="3840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F2937"/>
                </a:solidFill>
              </a:defRPr>
            </a:pPr>
            <a:r>
              <a:t>False negatives represent missed retention opportunities.</a:t>
            </a:r>
          </a:p>
          <a:p>
            <a:pPr>
              <a:spcAft>
                <a:spcPts val="700"/>
              </a:spcAft>
              <a:defRPr sz="1600">
                <a:solidFill>
                  <a:srgbClr val="1F2937"/>
                </a:solidFill>
              </a:defRPr>
            </a:pPr>
            <a:r>
              <a:t>False positives are lower-cost if handled through low-friction engagement.</a:t>
            </a:r>
          </a:p>
          <a:p>
            <a:pPr>
              <a:spcAft>
                <a:spcPts val="700"/>
              </a:spcAft>
              <a:defRPr sz="1600">
                <a:solidFill>
                  <a:srgbClr val="1F2937"/>
                </a:solidFill>
              </a:defRPr>
            </a:pPr>
            <a:r>
              <a:t>Threshold can be adjusted depending on campaign budget and retention capacity.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Churn Drivers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Permutation importance on validation split</a:t>
            </a:r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64008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41732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Age</a:t>
            </a:r>
          </a:p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CreditScore</a:t>
            </a:r>
          </a:p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Geography</a:t>
            </a:r>
          </a:p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IsActiveMember</a:t>
            </a:r>
          </a:p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Balance</a:t>
            </a:r>
          </a:p>
          <a:p>
            <a:pPr>
              <a:spcAft>
                <a:spcPts val="700"/>
              </a:spcAft>
              <a:defRPr sz="1400">
                <a:solidFill>
                  <a:srgbClr val="1F2937"/>
                </a:solidFill>
              </a:defRPr>
            </a:pPr>
            <a:r>
              <a:t>Top signal: NumOfProducts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Retention Playbook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Convert risk scores into business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Top 5% risk: proactive relationship-manager outreach and complaint-resolution review.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5-20% risk: personalized offers based on product usage, tenure, and balance behavior.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20-40% risk: education nudges, digital engagement, and service-quality checks.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Low risk: monitor only; avoid unnecessary incentive spend.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Operational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Batch scoring flow for official test and future monthly refreshes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Ingest customer snapshot CSV.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Run saved preprocessing and ensemble model.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Export customer ID, churn probability, and churn prediction.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Review top-risk segments and launch retention campaigns.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Retrain monthly or whenever drift is detected in score distributions.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Repository commands used for the Round 2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</a:defRPr>
            </a:pPr>
            <a:r>
              <a:t>python scripts/make_sample_data.py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</a:defRPr>
            </a:pPr>
            <a:r>
              <a:t>python scripts/train.py --train data/raw/train.csv --test data/raw/test.csv --target Exited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</a:defRPr>
            </a:pPr>
            <a:r>
              <a:t>python scripts/predict.py --model models/churn_model.joblib --test data/raw/test.csv --out outputs/predictions.csv</a:t>
            </a:r>
          </a:p>
          <a:p>
            <a:pPr>
              <a:spcAft>
                <a:spcPts val="700"/>
              </a:spcAft>
              <a:defRPr sz="1500">
                <a:solidFill>
                  <a:srgbClr val="1F2937"/>
                </a:solidFill>
              </a:defRPr>
            </a:pPr>
            <a:r>
              <a:t>python scripts/make_deck.py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Risks and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What was guarded before final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Leakage: customer IDs, names, and high-cardinality text are excluded from features.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Imbalance: class weighting and average precision are used alongside ROC-AUC.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Generalization: stratified holdout validation and permutation importance avoid train-only claims.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Inference safety: missing official-test columns are filled, unknown categories are handled.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45D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1F2937"/>
                </a:solidFill>
              </a:defRPr>
            </a:pPr>
            <a:r>
              <a:t>Final Submission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Round 2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PPTX/PDF deck: submission/ChurnZero_26_Round2_Presentation.pptx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GitHub repository: code, README, requirements, scripts, tests.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Predictions CSV: outputs/predictions.csv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Model artifact: models/churn_model.joblib</a:t>
            </a:r>
          </a:p>
          <a:p>
            <a:pPr>
              <a:spcAft>
                <a:spcPts val="700"/>
              </a:spcAft>
              <a:defRPr sz="1800">
                <a:solidFill>
                  <a:srgbClr val="1F2937"/>
                </a:solidFill>
              </a:defRPr>
            </a:pPr>
            <a:r>
              <a:t>Validation evidence: outputs/metrics.json and reports/figures/*.png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